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</p:sldIdLst>
  <p:sldSz cx="18288000" cy="10287000"/>
  <p:notesSz cx="6858000" cy="9144000"/>
  <p:embeddedFontLst>
    <p:embeddedFont>
      <p:font typeface="RQND Pro Wide" charset="1" panose="00000500000000000000"/>
      <p:regular r:id="rId8"/>
    </p:embeddedFont>
    <p:embeddedFont>
      <p:font typeface="Fira Code" charset="1" panose="020B0809050000020004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41505" y="0"/>
            <a:ext cx="10046495" cy="10287000"/>
            <a:chOff x="0" y="0"/>
            <a:chExt cx="13395327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17466" t="0" r="17466" b="0"/>
            <a:stretch>
              <a:fillRect/>
            </a:stretch>
          </p:blipFill>
          <p:spPr>
            <a:xfrm flipH="false" flipV="false">
              <a:off x="0" y="0"/>
              <a:ext cx="13395327" cy="13716000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8241505" y="-123524"/>
            <a:ext cx="7137679" cy="10534048"/>
            <a:chOff x="0" y="0"/>
            <a:chExt cx="1879883" cy="277439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79883" cy="2774399"/>
            </a:xfrm>
            <a:custGeom>
              <a:avLst/>
              <a:gdLst/>
              <a:ahLst/>
              <a:cxnLst/>
              <a:rect r="r" b="b" t="t" l="l"/>
              <a:pathLst>
                <a:path h="2774399" w="1879883">
                  <a:moveTo>
                    <a:pt x="0" y="0"/>
                  </a:moveTo>
                  <a:lnTo>
                    <a:pt x="1879883" y="0"/>
                  </a:lnTo>
                  <a:lnTo>
                    <a:pt x="1879883" y="2774399"/>
                  </a:lnTo>
                  <a:lnTo>
                    <a:pt x="0" y="2774399"/>
                  </a:ln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50000">
                  <a:srgbClr val="000000">
                    <a:alpha val="6850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879883" cy="28124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1490398" y="-387228"/>
            <a:ext cx="12782882" cy="4520178"/>
            <a:chOff x="0" y="0"/>
            <a:chExt cx="9697574" cy="342917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697574" cy="3429176"/>
            </a:xfrm>
            <a:custGeom>
              <a:avLst/>
              <a:gdLst/>
              <a:ahLst/>
              <a:cxnLst/>
              <a:rect r="r" b="b" t="t" l="l"/>
              <a:pathLst>
                <a:path h="3429176" w="9697574">
                  <a:moveTo>
                    <a:pt x="9459449" y="0"/>
                  </a:moveTo>
                  <a:lnTo>
                    <a:pt x="9697574" y="238125"/>
                  </a:lnTo>
                  <a:lnTo>
                    <a:pt x="9697574" y="3191051"/>
                  </a:lnTo>
                  <a:lnTo>
                    <a:pt x="9459449" y="3429176"/>
                  </a:lnTo>
                  <a:lnTo>
                    <a:pt x="238125" y="3429176"/>
                  </a:lnTo>
                  <a:lnTo>
                    <a:pt x="0" y="3191051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9459449" y="0"/>
                  </a:lnTo>
                  <a:close/>
                </a:path>
              </a:pathLst>
            </a:custGeom>
            <a:solidFill>
              <a:srgbClr val="000000">
                <a:alpha val="49804"/>
              </a:srgbClr>
            </a:solidFill>
            <a:ln w="9525" cap="sq">
              <a:solidFill>
                <a:srgbClr val="C1FF72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63500" y="25400"/>
              <a:ext cx="9570574" cy="33402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028700" y="3056235"/>
            <a:ext cx="1801883" cy="180188"/>
          </a:xfrm>
          <a:custGeom>
            <a:avLst/>
            <a:gdLst/>
            <a:ahLst/>
            <a:cxnLst/>
            <a:rect r="r" b="b" t="t" l="l"/>
            <a:pathLst>
              <a:path h="180188" w="1801883">
                <a:moveTo>
                  <a:pt x="0" y="0"/>
                </a:moveTo>
                <a:lnTo>
                  <a:pt x="1801883" y="0"/>
                </a:lnTo>
                <a:lnTo>
                  <a:pt x="1801883" y="180188"/>
                </a:lnTo>
                <a:lnTo>
                  <a:pt x="0" y="1801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083412" y="3106801"/>
            <a:ext cx="316219" cy="79055"/>
          </a:xfrm>
          <a:custGeom>
            <a:avLst/>
            <a:gdLst/>
            <a:ahLst/>
            <a:cxnLst/>
            <a:rect r="r" b="b" t="t" l="l"/>
            <a:pathLst>
              <a:path h="79055" w="316219">
                <a:moveTo>
                  <a:pt x="0" y="0"/>
                </a:moveTo>
                <a:lnTo>
                  <a:pt x="316219" y="0"/>
                </a:lnTo>
                <a:lnTo>
                  <a:pt x="316219" y="79055"/>
                </a:lnTo>
                <a:lnTo>
                  <a:pt x="0" y="7905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4403685" y="7328186"/>
            <a:ext cx="294776" cy="254579"/>
          </a:xfrm>
          <a:custGeom>
            <a:avLst/>
            <a:gdLst/>
            <a:ahLst/>
            <a:cxnLst/>
            <a:rect r="r" b="b" t="t" l="l"/>
            <a:pathLst>
              <a:path h="254579" w="294776">
                <a:moveTo>
                  <a:pt x="0" y="0"/>
                </a:moveTo>
                <a:lnTo>
                  <a:pt x="294776" y="0"/>
                </a:lnTo>
                <a:lnTo>
                  <a:pt x="294776" y="254579"/>
                </a:lnTo>
                <a:lnTo>
                  <a:pt x="0" y="25457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4403685" y="8056557"/>
            <a:ext cx="4995945" cy="4707934"/>
            <a:chOff x="0" y="0"/>
            <a:chExt cx="3790111" cy="357161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790112" cy="3571615"/>
            </a:xfrm>
            <a:custGeom>
              <a:avLst/>
              <a:gdLst/>
              <a:ahLst/>
              <a:cxnLst/>
              <a:rect r="r" b="b" t="t" l="l"/>
              <a:pathLst>
                <a:path h="3571615" w="3790112">
                  <a:moveTo>
                    <a:pt x="3551987" y="0"/>
                  </a:moveTo>
                  <a:lnTo>
                    <a:pt x="3790112" y="238125"/>
                  </a:lnTo>
                  <a:lnTo>
                    <a:pt x="3790112" y="3333490"/>
                  </a:lnTo>
                  <a:lnTo>
                    <a:pt x="3551987" y="3571615"/>
                  </a:lnTo>
                  <a:lnTo>
                    <a:pt x="238125" y="3571615"/>
                  </a:lnTo>
                  <a:lnTo>
                    <a:pt x="0" y="3333490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3551987" y="0"/>
                  </a:lnTo>
                  <a:close/>
                </a:path>
              </a:pathLst>
            </a:custGeom>
            <a:solidFill>
              <a:srgbClr val="000000">
                <a:alpha val="49804"/>
              </a:srgbClr>
            </a:solidFill>
            <a:ln w="9525" cap="sq">
              <a:solidFill>
                <a:srgbClr val="C1FF72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63500" y="25400"/>
              <a:ext cx="3663111" cy="34827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7273173" y="8621762"/>
            <a:ext cx="1452763" cy="628650"/>
          </a:xfrm>
          <a:custGeom>
            <a:avLst/>
            <a:gdLst/>
            <a:ahLst/>
            <a:cxnLst/>
            <a:rect r="r" b="b" t="t" l="l"/>
            <a:pathLst>
              <a:path h="628650" w="1452763">
                <a:moveTo>
                  <a:pt x="0" y="0"/>
                </a:moveTo>
                <a:lnTo>
                  <a:pt x="1452762" y="0"/>
                </a:lnTo>
                <a:lnTo>
                  <a:pt x="1452762" y="628650"/>
                </a:lnTo>
                <a:lnTo>
                  <a:pt x="0" y="62865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028700" y="9073098"/>
            <a:ext cx="238551" cy="185202"/>
          </a:xfrm>
          <a:custGeom>
            <a:avLst/>
            <a:gdLst/>
            <a:ahLst/>
            <a:cxnLst/>
            <a:rect r="r" b="b" t="t" l="l"/>
            <a:pathLst>
              <a:path h="185202" w="238551">
                <a:moveTo>
                  <a:pt x="0" y="0"/>
                </a:moveTo>
                <a:lnTo>
                  <a:pt x="238551" y="0"/>
                </a:lnTo>
                <a:lnTo>
                  <a:pt x="238551" y="185202"/>
                </a:lnTo>
                <a:lnTo>
                  <a:pt x="0" y="18520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true" flipV="true" rot="0">
            <a:off x="17020749" y="1028700"/>
            <a:ext cx="238551" cy="185202"/>
          </a:xfrm>
          <a:custGeom>
            <a:avLst/>
            <a:gdLst/>
            <a:ahLst/>
            <a:cxnLst/>
            <a:rect r="r" b="b" t="t" l="l"/>
            <a:pathLst>
              <a:path h="185202" w="238551">
                <a:moveTo>
                  <a:pt x="238551" y="185202"/>
                </a:moveTo>
                <a:lnTo>
                  <a:pt x="0" y="185202"/>
                </a:lnTo>
                <a:lnTo>
                  <a:pt x="0" y="0"/>
                </a:lnTo>
                <a:lnTo>
                  <a:pt x="238551" y="0"/>
                </a:lnTo>
                <a:lnTo>
                  <a:pt x="238551" y="185202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5400000">
            <a:off x="1016797" y="5046912"/>
            <a:ext cx="190441" cy="166636"/>
            <a:chOff x="0" y="0"/>
            <a:chExt cx="812800" cy="711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C1FF72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22" id="22"/>
          <p:cNvSpPr/>
          <p:nvPr/>
        </p:nvSpPr>
        <p:spPr>
          <a:xfrm flipV="true">
            <a:off x="1028700" y="5685124"/>
            <a:ext cx="8370931" cy="0"/>
          </a:xfrm>
          <a:prstGeom prst="line">
            <a:avLst/>
          </a:prstGeom>
          <a:ln cap="flat" w="9525">
            <a:solidFill>
              <a:srgbClr val="C1FF72">
                <a:alpha val="4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3" id="23"/>
          <p:cNvSpPr txBox="true"/>
          <p:nvPr/>
        </p:nvSpPr>
        <p:spPr>
          <a:xfrm rot="0">
            <a:off x="1028700" y="925181"/>
            <a:ext cx="9744584" cy="1816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44"/>
              </a:lnSpc>
            </a:pPr>
            <a:r>
              <a:rPr lang="en-US" sz="9624">
                <a:solidFill>
                  <a:srgbClr val="C1FF72"/>
                </a:solidFill>
                <a:latin typeface="RQND Pro Wide"/>
                <a:ea typeface="RQND Pro Wide"/>
                <a:cs typeface="RQND Pro Wide"/>
                <a:sym typeface="RQND Pro Wide"/>
              </a:rPr>
              <a:t>CRASH</a:t>
            </a:r>
          </a:p>
          <a:p>
            <a:pPr algn="l">
              <a:lnSpc>
                <a:spcPts val="6544"/>
              </a:lnSpc>
            </a:pPr>
            <a:r>
              <a:rPr lang="en-US" sz="9624">
                <a:solidFill>
                  <a:srgbClr val="C1FF72"/>
                </a:solidFill>
                <a:latin typeface="RQND Pro Wide"/>
                <a:ea typeface="RQND Pro Wide"/>
                <a:cs typeface="RQND Pro Wide"/>
                <a:sym typeface="RQND Pro Wide"/>
              </a:rPr>
              <a:t>LENS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846825" y="7350701"/>
            <a:ext cx="2193573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59"/>
              </a:lnSpc>
              <a:spcBef>
                <a:spcPct val="0"/>
              </a:spcBef>
            </a:pPr>
            <a:r>
              <a:rPr lang="en-US" sz="1799">
                <a:solidFill>
                  <a:srgbClr val="FFFFFF"/>
                </a:solidFill>
                <a:latin typeface="Fira Code"/>
                <a:ea typeface="Fira Code"/>
                <a:cs typeface="Fira Code"/>
                <a:sym typeface="Fira Code"/>
              </a:rPr>
              <a:t>MARIA PRATYUSHA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71840" y="4913532"/>
            <a:ext cx="8301911" cy="452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2"/>
              </a:lnSpc>
            </a:pPr>
            <a:r>
              <a:rPr lang="en-US" sz="4400">
                <a:solidFill>
                  <a:srgbClr val="FFFFFF"/>
                </a:solidFill>
                <a:latin typeface="RQND Pro Wide"/>
                <a:ea typeface="RQND Pro Wide"/>
                <a:cs typeface="RQND Pro Wide"/>
                <a:sym typeface="RQND Pro Wide"/>
              </a:rPr>
              <a:t>THE FUTURE ON WHEELS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62079" y="110343"/>
            <a:ext cx="15108913" cy="10176657"/>
          </a:xfrm>
          <a:custGeom>
            <a:avLst/>
            <a:gdLst/>
            <a:ahLst/>
            <a:cxnLst/>
            <a:rect r="r" b="b" t="t" l="l"/>
            <a:pathLst>
              <a:path h="10176657" w="15108913">
                <a:moveTo>
                  <a:pt x="0" y="0"/>
                </a:moveTo>
                <a:lnTo>
                  <a:pt x="15108913" y="0"/>
                </a:lnTo>
                <a:lnTo>
                  <a:pt x="15108913" y="10176657"/>
                </a:lnTo>
                <a:lnTo>
                  <a:pt x="0" y="101766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48" t="0" r="-548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DAG7OWFDDyQ</dc:identifier>
  <dcterms:modified xsi:type="dcterms:W3CDTF">2011-08-01T06:04:30Z</dcterms:modified>
  <cp:revision>1</cp:revision>
  <dc:title>CRASH LENS</dc:title>
</cp:coreProperties>
</file>